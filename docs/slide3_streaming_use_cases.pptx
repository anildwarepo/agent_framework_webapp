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Why streaming matters for agentic workloads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512064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Long-running tool calls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Database queries, API calls, or file processing that take seconds to minutes; push progress % as work proceeds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Multi-step tool chains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Agent calls tool A then tool B; surface intermediate results immediately so the user isn't staring at a spinner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Human-in-the-loop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Push "I'm about to perform a destructive action — confirm?" before the tool completes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Live status dashboards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Show which tool is active, what stage it's in, and estimated time to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914400"/>
            <a:ext cx="612648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0515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Segoe UI"/>
              </a:rPr>
              <a:t>Streaming Architecture — Agent Backend → MCP Server → Backend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286000"/>
            <a:ext cx="1234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3774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Segoe UI"/>
              </a:rPr>
              <a:t>Browser /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5176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Chat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SSE listener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10896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Progress indicators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429000"/>
            <a:ext cx="960120" cy="27432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44728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369A1"/>
                </a:solidFill>
                <a:latin typeface="Segoe UI"/>
              </a:rPr>
              <a:t>GET /events (SSE)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1554480"/>
            <a:ext cx="1463040" cy="3291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Segoe UI"/>
              </a:rPr>
              <a:t>Agent Backend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7808" y="196596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198424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LLM / Orchestrator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07808" y="237744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239572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MCP 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278892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8" y="280720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SSE Bus (Redis)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07808" y="320040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8" y="321868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Session Manager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794760"/>
            <a:ext cx="1371600" cy="54864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840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54D0E"/>
                </a:solidFill>
                <a:latin typeface="Segoe UI"/>
              </a:rPr>
              <a:t>Real-time streaming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050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54D0E"/>
                </a:solidFill>
                <a:latin typeface="Segoe UI"/>
              </a:rPr>
              <a:t>progress → SSE → browser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1554480"/>
            <a:ext cx="1325880" cy="32918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162763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6534"/>
                </a:solidFill>
                <a:latin typeface="Segoe UI"/>
              </a:rPr>
              <a:t>MCP Server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196596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198424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POST /mcp router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237744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239572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@tool registry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278892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280720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JSON-RPC 2.0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72600" y="320040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321868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Notifications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04020" y="3794760"/>
            <a:ext cx="1280160" cy="54864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4020" y="3840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54D0E"/>
                </a:solidFill>
                <a:latin typeface="Segoe UI"/>
              </a:rPr>
              <a:t>ctx.info() / progress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4020" y="40507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54D0E"/>
                </a:solidFill>
                <a:latin typeface="Segoe UI"/>
              </a:rPr>
              <a:t>→ SSE notifications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27080" y="16459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27080" y="17190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Databases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27080" y="23317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27080" y="24048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APIs / Search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27080" y="30175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27080" y="30906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File Storage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27080" y="37033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27080" y="37764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Auth / Identity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7178040" y="3063240"/>
            <a:ext cx="320040" cy="228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196327" y="28575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Segoe UI"/>
              </a:rPr>
              <a:t>HTTP
SSE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961120" y="2606039"/>
            <a:ext cx="320040" cy="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979408" y="2404871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Segoe UI"/>
              </a:rPr>
              <a:t>tools/call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8961120" y="3063239"/>
            <a:ext cx="320040" cy="0"/>
          </a:xfrm>
          <a:prstGeom prst="line">
            <a:avLst/>
          </a:prstGeom>
          <a:ln w="25400">
            <a:solidFill>
              <a:srgbClr val="16A3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979408" y="3090671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  <a:latin typeface="Segoe UI"/>
              </a:rPr>
              <a:t>SSE notifications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10607040" y="1897380"/>
            <a:ext cx="320040" cy="228599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607040" y="2537460"/>
            <a:ext cx="320040" cy="45719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607040" y="2948939"/>
            <a:ext cx="320040" cy="320040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607040" y="3360420"/>
            <a:ext cx="320040" cy="594360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943600" y="5212080"/>
            <a:ext cx="58521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6126480" y="546354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492240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Request (tools/call)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680960" y="5463540"/>
            <a:ext cx="320040" cy="0"/>
          </a:xfrm>
          <a:prstGeom prst="line">
            <a:avLst/>
          </a:prstGeom>
          <a:ln w="25400">
            <a:solidFill>
              <a:srgbClr val="16A3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046720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SSE streaming notifications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692640" y="5463540"/>
            <a:ext cx="320040" cy="0"/>
          </a:xfrm>
          <a:prstGeom prst="line">
            <a:avLst/>
          </a:prstGeom>
          <a:ln w="254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058400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Backend service calls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018520" y="534924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228832" y="5321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Streaming callout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